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F55B-DC8E-435A-A77A-5ECD900A6AC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6DBE495-24EF-4C74-9F8A-AF88586CE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167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F55B-DC8E-435A-A77A-5ECD900A6AC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495-24EF-4C74-9F8A-AF88586CE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043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F55B-DC8E-435A-A77A-5ECD900A6AC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6DBE495-24EF-4C74-9F8A-AF88586CE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045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F55B-DC8E-435A-A77A-5ECD900A6AC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6DBE495-24EF-4C74-9F8A-AF88586CE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55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F55B-DC8E-435A-A77A-5ECD900A6AC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6DBE495-24EF-4C74-9F8A-AF88586CE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21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F55B-DC8E-435A-A77A-5ECD900A6AC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495-24EF-4C74-9F8A-AF88586CE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903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F55B-DC8E-435A-A77A-5ECD900A6AC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495-24EF-4C74-9F8A-AF88586CE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864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F55B-DC8E-435A-A77A-5ECD900A6AC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495-24EF-4C74-9F8A-AF88586CE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740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F55B-DC8E-435A-A77A-5ECD900A6AC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6DBE495-24EF-4C74-9F8A-AF88586CE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59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F55B-DC8E-435A-A77A-5ECD900A6AC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6DBE495-24EF-4C74-9F8A-AF88586CE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35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F55B-DC8E-435A-A77A-5ECD900A6AC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6DBE495-24EF-4C74-9F8A-AF88586CEDF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7870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F55B-DC8E-435A-A77A-5ECD900A6AC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6DBE495-24EF-4C74-9F8A-AF88586CE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26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F55B-DC8E-435A-A77A-5ECD900A6AC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6DBE495-24EF-4C74-9F8A-AF88586CEDFD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53846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F55B-DC8E-435A-A77A-5ECD900A6AC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6DBE495-24EF-4C74-9F8A-AF88586CE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7486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F55B-DC8E-435A-A77A-5ECD900A6AC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495-24EF-4C74-9F8A-AF88586CE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410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F55B-DC8E-435A-A77A-5ECD900A6AC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495-24EF-4C74-9F8A-AF88586CE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846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5F55B-DC8E-435A-A77A-5ECD900A6AC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6DBE495-24EF-4C74-9F8A-AF88586CED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060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A31A-6FE2-6309-19E6-1420890DDE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Deep Learning Project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BE927-915B-873D-0433-2309A3A618ED}"/>
              </a:ext>
            </a:extLst>
          </p:cNvPr>
          <p:cNvSpPr txBox="1"/>
          <p:nvPr/>
        </p:nvSpPr>
        <p:spPr>
          <a:xfrm>
            <a:off x="2082800" y="5122595"/>
            <a:ext cx="929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Sentiment Classification of Text Reviews Using LSTM and Natural Language Processing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6788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64D4-9537-556A-032B-A511CFD1F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9DA3E-60CD-A15B-0F7A-55FFB7085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279" y="1540189"/>
            <a:ext cx="8915400" cy="2666051"/>
          </a:xfrm>
        </p:spPr>
        <p:txBody>
          <a:bodyPr/>
          <a:lstStyle/>
          <a:p>
            <a:r>
              <a:rPr lang="en-US" dirty="0"/>
              <a:t>Social media and online platforms contain a large number of user reviews and opinions. Understanding whether a review expresses a positive or negative sentiment is important for businesses and decision-making.</a:t>
            </a:r>
          </a:p>
          <a:p>
            <a:r>
              <a:rPr lang="en-US" dirty="0"/>
              <a:t>The goal of this project is to build a </a:t>
            </a:r>
            <a:r>
              <a:rPr lang="en-US" b="1" dirty="0"/>
              <a:t>Deep Learning-based Sentiment Analysis model</a:t>
            </a:r>
            <a:r>
              <a:rPr lang="en-US" dirty="0"/>
              <a:t> that can automatically classify text reviews as </a:t>
            </a:r>
            <a:r>
              <a:rPr lang="en-US" b="1" dirty="0"/>
              <a:t>Positive or Negative</a:t>
            </a:r>
            <a:r>
              <a:rPr lang="en-US" dirty="0"/>
              <a:t>.</a:t>
            </a:r>
          </a:p>
          <a:p>
            <a:r>
              <a:rPr lang="en-US" dirty="0"/>
              <a:t>The model will learn patterns from real-world movie reviews and predict sentiment using Natural Language Processing (NLP) techniques.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6395F0C-EB2C-7121-D964-83210BEB5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9279" y="4660654"/>
            <a:ext cx="89154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Classification Problem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 Sentiment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using TensorFlow/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Keras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339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77976-89DF-9879-A973-EF3144290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471710"/>
            <a:ext cx="9665652" cy="1280890"/>
          </a:xfrm>
        </p:spPr>
        <p:txBody>
          <a:bodyPr/>
          <a:lstStyle/>
          <a:p>
            <a:r>
              <a:rPr lang="en-US" dirty="0"/>
              <a:t>Dataset Description – Large Movie Review Dataset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825A7-589A-B6AA-6B95-B9A3722A1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988" y="1889760"/>
            <a:ext cx="11128692" cy="4968240"/>
          </a:xfrm>
        </p:spPr>
        <p:txBody>
          <a:bodyPr>
            <a:normAutofit/>
          </a:bodyPr>
          <a:lstStyle/>
          <a:p>
            <a:r>
              <a:rPr lang="en-US" dirty="0"/>
              <a:t>The project uses the </a:t>
            </a:r>
            <a:r>
              <a:rPr lang="en-US" b="1" dirty="0"/>
              <a:t>Large Movie Review Dataset v1.0</a:t>
            </a:r>
            <a:r>
              <a:rPr lang="en-US" dirty="0"/>
              <a:t>, developed by researchers at Stanford University for sentiment classification research.</a:t>
            </a:r>
          </a:p>
          <a:p>
            <a:r>
              <a:rPr lang="en-US" b="1" dirty="0"/>
              <a:t>Dataset Details:</a:t>
            </a:r>
          </a:p>
          <a:p>
            <a:pPr marL="0" indent="0">
              <a:buNone/>
            </a:pPr>
            <a:r>
              <a:rPr lang="en-US" sz="1600" dirty="0"/>
              <a:t>	Total Reviews: </a:t>
            </a:r>
            <a:r>
              <a:rPr lang="en-US" sz="1600" b="1" dirty="0"/>
              <a:t>50,000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	Training Data: </a:t>
            </a:r>
            <a:r>
              <a:rPr lang="en-US" sz="1600" b="1" dirty="0"/>
              <a:t>25,000 reviews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	Testing Data: </a:t>
            </a:r>
            <a:r>
              <a:rPr lang="en-US" sz="1600" b="1" dirty="0"/>
              <a:t>25,000 reviews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	Sentiment Classes:</a:t>
            </a:r>
          </a:p>
          <a:p>
            <a:pPr lvl="2"/>
            <a:r>
              <a:rPr lang="en-US" sz="1050" dirty="0"/>
              <a:t>Positive</a:t>
            </a:r>
          </a:p>
          <a:p>
            <a:pPr lvl="2"/>
            <a:r>
              <a:rPr lang="en-US" sz="1050" dirty="0"/>
              <a:t>Negative</a:t>
            </a:r>
          </a:p>
          <a:p>
            <a:pPr marL="0" indent="0">
              <a:buNone/>
            </a:pPr>
            <a:r>
              <a:rPr lang="en-US" sz="1600" dirty="0"/>
              <a:t>	Balanced Dataset (50% positive, 50% negative)</a:t>
            </a:r>
          </a:p>
          <a:p>
            <a:r>
              <a:rPr lang="en-US" b="1" dirty="0"/>
              <a:t>Why This Dataset?</a:t>
            </a:r>
          </a:p>
          <a:p>
            <a:pPr marL="0" indent="0">
              <a:buNone/>
            </a:pPr>
            <a:r>
              <a:rPr lang="en-US" sz="1400" dirty="0"/>
              <a:t>	Research-grade dataset</a:t>
            </a:r>
          </a:p>
          <a:p>
            <a:pPr marL="0" indent="0">
              <a:buNone/>
            </a:pPr>
            <a:r>
              <a:rPr lang="en-US" sz="1400" dirty="0"/>
              <a:t>	Widely used in NLP and Deep Learning</a:t>
            </a:r>
          </a:p>
          <a:p>
            <a:pPr marL="0" indent="0">
              <a:buNone/>
            </a:pPr>
            <a:r>
              <a:rPr lang="en-US" sz="1400" dirty="0"/>
              <a:t>	Balanced and clean for model training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254731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</TotalTime>
  <Words>193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Wisp</vt:lpstr>
      <vt:lpstr>Deep Learning Project</vt:lpstr>
      <vt:lpstr>Problem Statement</vt:lpstr>
      <vt:lpstr>Dataset Description – Large Movie Review Dataset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Heer Rana</dc:creator>
  <cp:lastModifiedBy>Heer Rana</cp:lastModifiedBy>
  <cp:revision>2</cp:revision>
  <dcterms:created xsi:type="dcterms:W3CDTF">2026-02-27T07:11:29Z</dcterms:created>
  <dcterms:modified xsi:type="dcterms:W3CDTF">2026-02-27T07:27:19Z</dcterms:modified>
</cp:coreProperties>
</file>